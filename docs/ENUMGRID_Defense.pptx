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ENUMGRID: a two-tier purple-team enumeration platform. The thesis is that a scanner can treat no-fabrication as a measurable property. This is an engineering + measurement contribution, not a new algorithm — I will be explicit about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modes: (1) uncertainty laundering — inference and confirmation look identical; (2) LLM hallucination. The premise of the project is that an invented finding is worse than a missing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one-sentence thesis. Everything after this is either how the system enforces it, or how the evaluation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three, in this order, are what I want to be examined on. Each is measured in the evaluation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is a real unprivileged scan of my own authorised /24; open ports read 00 because the hosts are firewalled consumer devices — the true result, not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discipline extends to the copilot: real CVE ids into the context, a deterministic guard flags any id the model emits that is not in the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methodology is defensible; I will not oversell scale. n is small and I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clean testbed EnumGrid merely ties nmap -sn at 1.00 — it dominates only on real filtered LANs. I state that rather than claiming universal superiority.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banding: the tool flags the exact detection it got wrong as low-confidence. That is honesty made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a bug we found in our OWN matcher is deliberate — it demonstrates the corpus does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I most want to be asked about. A dishonest evaluation would have quietly fixed the corpus. We report the miss, attribute it, and show the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schools trade recall for precision in opposite directions. Reporting both frames EnumGrid honestly instead of in a vacuum.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is perfectly stable because it is enforced structurally. For a security tool, a missed detail beats an invented one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is deliberately self-critical: if an examiner raises a gap, it should already be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future-work item is scaffolded so it is one command / one export / one study away — but none can be fabricated. That boundary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discipline. Every number here is reproducible and every limit is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pPr indent="0" marL="0">
              <a:buNone/>
            </a:pPr>
            <a:r>
              <a:rPr lang="en-US" sz="66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honesty-disciplined, unprivileged-first network enumeration platform with a grounded LLM triage copilot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Santhakumar Parivallal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8F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defense · 2026 · engineering + measurement contribution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E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produced by a reproducible harness — no fabricated data.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tools launder uncertainty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version-string guess and a confirmed exploit are shown as the same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GUESS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"Apache 2.4.49 → CVE-2021-41773" — inferred from a banner. A back-ported distro build makes this a confident false positive.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actually fired and the bug reproduced. Same visual weight in most tools — the reader cannot tell these apart.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91672" cy="2194560"/>
          </a:xfrm>
          <a:prstGeom prst="roundRect">
            <a:avLst>
              <a:gd name="adj" fmla="val 3750"/>
            </a:avLst>
          </a:prstGeom>
          <a:solidFill>
            <a:srgbClr val="F7DDD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 an LLM in the loop, it gets worse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"what is exploitable here?", a fluent model will invent a plausible CVE id that was never in the scan.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security tool, an invented finding is categorically worse than a missing one — a missed detail is recoverable; a fabricated CVE that sends an analyst down the wrong path is not.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scanners report coverage ("N vulns found") and stay silent on their false-positive and hallucination behaviour.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"no fabrication" as a first-class,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property of a scanner.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and bound the tool's own over-claiming — for the deterministic CVE matcher AND the LLM copilot — instead of hiding it behind a single blended verdict.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defensible claims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algorithmic novelty — measured discipline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933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as a property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matcher scores precision 1.00 / recall 1.00 (0 false positives) on a 33-case adversarial corpus; the copilot fabricates 0 CVEs across 5 runs.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2011680"/>
            <a:ext cx="384048" cy="384048"/>
          </a:xfrm>
          <a:prstGeom prst="ellipse">
            <a:avLst/>
          </a:prstGeom>
          <a:solidFill>
            <a:srgbClr val="C77D0A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93208" y="19933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Unprivileged fidelity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four-signal (TTL + OUI + hostname + mDNS) discovery/OS fusion recalls 0.99 ± 0.02 of hosts vs 0.53 ± 0.93 for unprivileged nmap -sn — without root.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011680"/>
            <a:ext cx="384048" cy="3840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0536" y="19933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LLM copilot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Scan-grounded triage with a structural hallucination guard: real CVE ids into the context, a deterministic check on the way out. Grounding 1.000 ± 0.000.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Two-tier: single-file CLI + FastAPI/React, same engine, unprivileged-first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multi-method host discovery (ICMP/ARP/TCP), then nmap service/version enumeration, streamed over SSE.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Four-signal unprivileged OS fusion — TTL + IEEE OUI + hostname + mDNS model — recovers fidelity without raw sockets.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auto-adaptation: root-only nmap flags rewritten to safe equivalents; elevation holds the sudo password in memory only.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to "Unknown" when signals disagree — never a guess.</a:t>
            </a:r>
            <a:endParaRPr lang="en-US" sz="1500" dirty="0"/>
          </a:p>
        </p:txBody>
      </p:sp>
      <p:pic>
        <p:nvPicPr>
          <p:cNvPr id="5" name="Image 0" descr="/Users/santha/Downloads/ENUMGRID- The Enumeration Platform/docs/screenshots/scan-complete-reda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257800" cy="3300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495604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scan — 15/15 hosts, OS fusion, drift panel (hostname / MACs redacted for publication).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discipline — four mechanisms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"no fabrication" measurable rather than a slogan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(probed, conf ≥ 7) vs version (inferred) — scored per band, so "high-confidence is more accurate" is measured.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C77D0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039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over guessing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606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OS / vendor / version is labelled Unknown; no CVE for a version-less banner or untabled product.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142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Never-simulated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709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mock/demo mode in the evidence path; a failed scan says so instead of fabricating hosts.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142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4808" y="4709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carries a manifest; golden-file tests fix the parser→model→report pipeline byte-for-byte.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method; the honest limits are scale, not design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589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exact on the pinned 9-host docker testbed; union-of-tools proxy (an upper bound) on real LANs.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Closed-world scoring on the CVE corpus: any extra id is a false positive, any missing id a false negative.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everywhere: Wilson 95% CIs; cross-environment macro-average (each network = one sample); multi-run CIs for the LLM.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paths as the product — the harnesses call scanner._service_scan, vulndb.lookup_offline_cves, cve.parse_nvd.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pure, unit-tested scoring (runs in CI, no Docker/network) + operator-run live runners.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49640" y="1783080"/>
            <a:ext cx="3063240" cy="3931920"/>
          </a:xfrm>
          <a:prstGeom prst="roundRect">
            <a:avLst>
              <a:gd name="adj" fmla="val 2687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49640" y="2898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(1 real LAN + 1 testbed)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49640" y="3794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49640" y="4544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CI-tested scoring tests, no Docker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unprivileged discovery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Four-signal fusion vs an unprivileged ping sweep, pooled across two environments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EnumGrid recall (±0.02)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133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-sn recall (±0.93)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-sn's huge CI is the honest headline: 0.06 on the ICMP-filtered LAN, 1.00 on the clean testbed — environment-dependent. EnumGrid is consistent. n = 2 is small and reported as such.</a:t>
            </a:r>
            <a:endParaRPr lang="en-US" sz="1400" dirty="0"/>
          </a:p>
        </p:txBody>
      </p:sp>
      <p:pic>
        <p:nvPicPr>
          <p:cNvPr id="9" name="Image 0" descr="/Users/santha/Downloads/ENUMGRID- The Enumeration Platform/docs/screenshots/pooled_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5212080" cy="29809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48280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Cross-environment discovery recall (mean ± 95% CI, n = 2).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service / port / version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9-host pinned testbed, through the product's own scan path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/ 1.00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61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P / R (0 FP)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761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accuracy (8/9)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761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accuracy (5/6)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15400" y="2761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planted-CVE recall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banding predicts its own error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band (conf ≥ 7, n = 8): service accuracy 1.00. Low band (n = 1): service 0.00 — and that single low-confidence detection is the single miss.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unexpected CVEs on the rolling images are surfaced for review, never scored as false positives — a rolling image's full CVE set is unknowable a priori.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CVE matching — precision corpus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right CVE to the right version, and never a wrong 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(17/17)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0 false positives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adversarial cases: version boundaries (2.4.49 yes, 2.4.51 no), substring &amp; magic-version collisions, a RHEL backport. Wilson 95% CI [0.816, 1.000]; CI-gated.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F7DDD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bug the corpus caught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matcher's substring keyword match let "httpd" match inside "lighttpd" — so a patched lighttpd was flagged with Apache's path-traversal CVE. A genuine false positive.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4114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whole-token matching (vulndb._kw_hit) and locked by a regression test. This is the value of a precision corpus — it turns "we think it's accurate" into "here is the bug proving the test works."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primary live-NVD path — and its failure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real NVD feed; the harness surfaced its own miss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documented-CVE recall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version-scoping precision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truncation losses from the CVSS top-N cap.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AEBC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surfaced, not hidden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scored 7/8. The harness attributed the miss to absence (NVD returned 0 rows), not truncation.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NVD indexes the vsftpd 2.3.4 backdoor under vendor vsftpd_project; nmap emits vsftpd — a CPE-dictionary drift.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live-NVD layer alone has recall gaps where the two dictionaries disagree — which is exactly why ENUMGRID also runs the in-scan vulners NSE and an offline table, both of which recall it independently.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what? Two schools of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detectors, same planted hosts — the tradeoff, on real hosts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2103120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nmap-vulners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(3/3)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EnumGrid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version-match (conservative)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(2/3)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active-PoC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(0/3)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Version-match maximises recall but is noisy — nmap-vulners gets 3/3 at 10× the false alarms (133 vs 13). EnumGrid trades a little recall for far less noise.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Active-PoC (Nuclei) fires nothing: the vanilla images expose the version but not the exploitable config — high precision, config-dependent recall.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EnumGrid's own recall varied 2/3 ↔ 3/3 across runs — real live-scan nondeterminism, which is why we measure run-to-run stability.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the grounded copilot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fit on the authorised /24, and a structural hallucination guard</a:t>
            </a:r>
            <a:endParaRPr lang="en-US" sz="1500" dirty="0"/>
          </a:p>
        </p:txBody>
      </p:sp>
      <p:pic>
        <p:nvPicPr>
          <p:cNvPr id="4" name="Image 0" descr="/Users/santha/Downloads/ENUMGRID- The Enumeration Platform/docs/screenshots/scaling_172-16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1206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time: 46.5 ms/address + 9.1 s overhead, R² = 0.83 (/28 → /24).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grounding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9360" y="2560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± 0.000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309360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across 5 runs — 0 fabricated CVEs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3977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sampled: real CVE ids into the context, a deterministic guard on the way out.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variance is coverage (recall) — the residual failure of a grounded model is silence, never invention.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--self-test proves grounding collapses to 0 on a fabricated reply, so the metric can't be gamed.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 &amp; honest positioning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before a reviewer can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supports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significantly out-recalls an unprivileged ping sweep.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has no false positives on a known testbed.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matcher is whole-token precise; copilot hallucination is bounded and measured.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yet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"1.00 across arbitrary real networks" — n = 2, one synthetic.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Superiority over a mature vuln scanner (Nessus/OpenVAS).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beyond a /24; small, author-curated corpora.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integration + measurement contribution, not a new algorithm — a strong dissertation / workshop paper.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Scaffolded, honest — the rest needs real inputs, not fabrication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two-tier, unprivileged-first enumeration platform.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honesty discipline made measurable.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measurement suite through the product's own code paths.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only an honest harness surfaces (CPE drift; the lighttpd FP).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D3F1E5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Turnkey, awaiting real inputs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distinct authorised networks → tighten the cross-env CI (runbook ready).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held-out, independently-sampled CVE corpus (template + protocol ready).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OpenVAS/Nessus baselines (report-file adapters ready).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analyst user study (protocol ready — must be run, never simulated).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discipline —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measurement.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379476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1.00 / recall 1.00 on an adversarial CVE corpus — the one false positive it found is fixed and regression-locked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fabricated CVEs across five copilot runs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± 0.02 unprivileged discovery recall vs a highly environment-dependent 0.53 ± 0.93 baseline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live-NVD path at 1.00 recall — with its one real failure mode surfaced and attributed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ENUMGRID — defense</dc:title>
  <dc:subject>PptxGenJS Presentation</dc:subject>
  <dc:creator>Santhakumar Parivallal</dc:creator>
  <cp:lastModifiedBy>Santhakumar Parivallal</cp:lastModifiedBy>
  <cp:revision>1</cp:revision>
  <dcterms:created xsi:type="dcterms:W3CDTF">2026-07-11T17:34:04Z</dcterms:created>
  <dcterms:modified xsi:type="dcterms:W3CDTF">2026-07-11T17:34:04Z</dcterms:modified>
</cp:coreProperties>
</file>